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DCFG Contracting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Streamlining Proposals, Contracts &amp;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Decades Property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Proposals built manually — inconsistent formatting, slow turnaround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Contracts tracked in spreadsheets — no visibility into pipeline status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Documents sent without review — no approval gate before delivery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Onboarding managed by email — missed steps, no progress tracking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No single system connecting sales → contracts → delivery → onboarding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One System, One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2004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828800" cy="1097280"/>
          </a:xfrm>
          <a:prstGeom prst="roundRect">
            <a:avLst/>
          </a:prstGeom>
          <a:solidFill>
            <a:srgbClr val="1B2A4A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Send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Scheduling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75569"/>
                </a:solidFill>
                <a:latin typeface="Calibri"/>
              </a:defRPr>
            </a:pPr>
            <a:r>
              <a:t>Full visibility from first proposal to go-live — nothing falls through the cracks.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17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Sales Proposals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From package selection to proposal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New Proposal Wizard — Package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Proposal Wizard Step 1 — Package A / B / C selection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Choose a service package — exhibits auto-populate based on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Package summary shows what's included (Exhibits A–D)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Pricing &amp; Locations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Proposal Wizard Step 3 — rate grid + location list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Set uniform rates or per-location pricing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Add/remove locations on the fly — totals update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Review &amp; Generate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Proposal Wizard Step 4 — review summary before generation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Review all details before generating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One click creates MSA + all exhibits (A through 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Document saved to SharePoint automatically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17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Work orders, amendments &amp; vendor MSAs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Contract 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Contracts table — status badges, search, sort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Every contract at a glance — search, sort, filter by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Color-coded status badges: Draft → Generated → Sent → Signed → Closed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Contract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Contract detail view — full record with compliance panel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Full lifecycle tracking from creation to close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Built-in compliance validation flags issues before send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Regenerate documents anytime with one click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New Contract Wizard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Contract wizard — customer-first 5-step flow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Customer → document type → contractor → line items → generate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Amendment mode auto-fills from parent work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Save as Draft to resume later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17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Send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Nothing leaves the building without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Approval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Send Queue — KPI cards + approval table with action buttons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KPI cards show pipeline health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Every document reviewed before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Filter by category: Sales vs.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Approval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Send Queue row — Approve / Return / Request Info buttons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✓ Approve — moves to delivery 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↩ Return — sends back for revision with notes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? Request Info — email the submitter for clarification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17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Every new customer tracked from kickoff to go-live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Onboarding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Onboarding list — status filters, case cards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Filter by phase: Not Started → In Progress → Go-Live →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Search by case number, customer, or MSA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Create new cases with template-driven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Case Detail &amp;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Onboarding detail — checklist steps with progress bar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Template-driven checklist — every step has due dates and evidence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Voice notes for quick progress updates (works on iPad)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Progress bar shows completion at a glance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Concierge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Customer-facing intake — separate portal for new property managers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Customer-facing intake wizard — mobile-friendly property form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82880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Customers self-serve property data collection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320040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Mobile-friendly with camera upload for 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457200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Data flows directly into onboarding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17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Scheduling &amp;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Auto-calculated due dates and step-by-step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Due Dates &amp; Progress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Checklist with due dates, completion %, case lifecycle controls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Due dates auto-calculated from kickoff + turnaround days per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Step-by-step progress with completion percentage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Close case locks everything — reopen restores to In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What's Coming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5603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📄  Document Send Pipeline — one-click PDF merge &amp; delivery for proposal packages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📊  Owner Dashboard — KPI cards with drill-down across sales, contracts &amp; onboarding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🔧  Operations Dashboard — real-time sensor alerts &amp; UpKeep work order integration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💾  Save as Draft — resume any wizard mid-progress across sessions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✅  Compliance Automation — table-driven rule validation before document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017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389120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Decades Property Management  •  DCFG Contracting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