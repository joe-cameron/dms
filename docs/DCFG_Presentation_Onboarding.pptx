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DCFG Contracting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Streamlining Proposals, Contracts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Decades Property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Proposals built manually — inconsistent formatting, slow turnaround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Contracts tracked in spreadsheets — no visibility into pipeline status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Documents sent without review — no approval gate before delivery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Onboarding managed by email — missed steps, no progress tracking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No single system connecting sales → contracts → delivery →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One System, One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004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828800" cy="1097280"/>
          </a:xfrm>
          <a:prstGeom prst="roundRect">
            <a:avLst/>
          </a:prstGeom>
          <a:solidFill>
            <a:srgbClr val="1B2A4A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Send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01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743200"/>
            <a:ext cx="1828800" cy="1097280"/>
          </a:xfrm>
          <a:prstGeom prst="roundRect">
            <a:avLst/>
          </a:prstGeom>
          <a:solidFill>
            <a:srgbClr val="EDF1F8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  <a:latin typeface="Calibri"/>
              </a:defRPr>
            </a:pPr>
            <a:r>
              <a:t>Full visibility from first proposal to go-live — nothing falls through the cracks.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Every new customer tracked from kickoff to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Onboarding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Onboarding list — status filters, case cards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Filter by phase: Not Started → In Progress → Go-Live →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Search by case number, customer, or MSA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Create new cases with template-driven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Case Detail &amp;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Onboarding detail — checklist steps with progress bar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Template-driven checklist — every step has due dates and evidence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Voice notes for quick progress updates (works on iPad)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Progress bar shows completion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Concierge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Customer-facing intake wizard — mobile-friendly property form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Customers self-serve property data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Mobile-friendly with camera upload for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Data flows directly into onboarding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017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Scheduling &amp;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Auto-calculated due dates and step-by-step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Due Dates &amp; Progress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solidFill>
            <a:srgbClr val="EDF1F8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📷  Screenshot: Checklist with due dates, completion %, case lifecycle controls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Right-click → Change Picture → From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5544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Due dates auto-calculated from kickoff + turnaround days per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9260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Step-by-step progress with completion percentage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29768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>
                <a:solidFill>
                  <a:srgbClr val="1E293B"/>
                </a:solidFill>
                <a:latin typeface="Calibri"/>
              </a:defRPr>
            </a:pPr>
            <a:r>
              <a:t>Close case locks everything — reopen restores to In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What's Coming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560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📄  Document Send Pipeline — one-click PDF merge &amp; delivery for proposal packages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📊  Owner Dashboard — KPI cards with drill-down across sales, contracts &amp; onboarding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🔧  Operations Dashboard — real-time sensor alerts &amp; UpKeep work order integration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💾  Save as Draft — resume any wizard mid-progress across sessions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✅  Compliance Automation — table-driven rule validation before document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017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389120"/>
            <a:ext cx="30175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Decades Property Management  •  DCFG Contracting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