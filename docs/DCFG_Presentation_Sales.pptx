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DCFG Contracting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Streamlining Proposals, Contracts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Decades Property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Proposals built manually — inconsistent formatting, slow turnaround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Contracts tracked in spreadsheets — no visibility into pipeline status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Documents sent without review — no approval gate before delivery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Onboarding managed by email — missed steps, no progress tracking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No single system connecting sales → contracts → delivery → 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One System, One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2004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828800" cy="109728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Send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  <a:latin typeface="Calibri"/>
              </a:defRPr>
            </a:pPr>
            <a:r>
              <a:t>Full visibility from first proposal to go-live — nothing falls through the cracks.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Sales Proposals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From package selection to proposal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New Proposal Wizard — Package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Proposal Wizard Step 1 — Package A / B / C selection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Choose a service package — exhibits auto-populate based on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Package summary shows what's included (Exhibits A–D)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Pricing &amp; Locations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Proposal Wizard Step 3 — rate grid + location list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Set uniform rates or per-location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Add/remove locations on the fly — totals update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Review &amp; Generate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Proposal Wizard Step 4 — review summary before generation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Review all details before generating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One click creates MSA + all exhibits (A through 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Document saved to SharePoint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Send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Nothing leaves the building without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Approval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Send Queue — KPI cards + approval table with action buttons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KPI cards show pipeline health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Every document reviewed before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Filter by category: Sales vs.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Approval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Send Queue row — Approve / Return / Request Info buttons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✓ Approve — moves to delivery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↩ Return — sends back for revision with notes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? Request Info — email the submitter for clarification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What's Coming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560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📄  Document Send Pipeline — one-click PDF merge &amp; delivery for proposal packages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📊  Owner Dashboard — KPI cards with drill-down across sales, contracts &amp; onboarding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🔧  Operations Dashboard — real-time sensor alerts &amp; UpKeep work order integration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💾  Save as Draft — resume any wizard mid-progress across sessions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✅  Compliance Automation — table-driven rule validation before document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017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389120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Decades Property Management  •  DCFG Contracting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